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3CD4-9E0A-10A0-26DB-CFF35529D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DF6B3-ADA8-2FBF-47EF-5DA552F6C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0F0BF-F2D9-A712-975A-736E88F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E1D59-6F11-B8CA-25C1-2C03749E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1B734-5F4B-9F0C-4FA0-438615AC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865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95B2-6E9F-650A-293E-73DF62B65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CB88D-A6BC-AA94-BE89-536B220E5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9A1D2-1AEA-5409-7BF4-A3FBB271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0586B-0E68-6EAD-D6C6-5A0553486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BD3D3-A89A-4230-2387-947E77BE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024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DF88E-A4C7-C2A9-C0F7-40B912E3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38850-49F6-A3D2-AE5A-058EDD455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E47FD-2290-6CBB-F16C-8A78F858E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01FB0-80C5-DB68-20A7-F9CF07B0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E2C91-AE89-3702-8834-35B73A61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7607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18DE-3352-FD7A-46EC-CE0C0A91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458A1-1298-B3B5-44D1-4E592FD15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FB762-96A3-BB62-1BFC-D526216B2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9AC23-65CB-FB31-310B-8CF521D4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DF941-04E0-C3F5-EA05-01EE9D47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8DE0D-C679-3808-C374-BAD86316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464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00370-45C5-D159-3507-8778818E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AC5E0-021D-A02C-A661-DBC890463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D3180-3C51-D3C4-64C5-BC8AB4710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190A95-EDA6-2B00-1F20-83204C942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918D5-8562-A721-819E-28B52B05A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FA369-217B-502E-8765-67B5F50C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FF3B4-D9F9-C032-9D62-BE5E8E0F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984CD-9C1A-3C5C-A8A1-B40FF8F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2000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0EFC-AB3D-1A66-E05E-E5E14DC31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0C60B-DAA2-3201-FF64-206993F6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51234-E395-9278-18A1-B32309BF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F02F6-1313-D223-3159-06FF2DC29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333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5959A-B7F9-E879-E416-9A11C639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B0345-4614-5776-77B5-7BBA31C9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4DEEE-99C5-BF65-6CAB-433E3458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666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52EA-A8E8-48B8-80F4-DE6BBBDD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DC70-3247-288F-F3E2-A24C29657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7672C-BE82-EFDD-36BF-EDA460444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C4607-F88F-57BB-A61F-0BD0C2011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C7B50-CEA3-A41B-0BC8-BF72772B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79D85-2962-A104-01E4-C458DC4A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908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66693-A0E3-F642-0DCE-B9C229BA5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D90B8C-0645-2A87-FDE6-E5BBC7BC6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FBE1D-3FEE-2A43-1EBE-23CCF0113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59BDC-8CCC-77CB-909F-DB07506C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D215B-F7B5-F201-F8C1-20FD7596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00F4F-4FA2-DD27-23CF-F720B390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430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82518-888E-CE15-5873-B81E65A18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53F4A-6168-756A-C808-C20F6224B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4F0B5-BA9B-81EB-A01D-4DB528CF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B10E8-3E79-4EBA-F4F4-23574FE3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BF280-597D-A098-BEBB-22463BAF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998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9E1FB-5C5D-45B8-9165-F1CBAAAF6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D7B9EA-97FC-90D2-2A7B-ED2671CD5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C0742-34B9-0485-E4E8-7A766C768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92531-AD07-6610-523B-8438BC0A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6896-7C59-67D1-EB96-C598863A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144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D14C0-3825-0851-4726-5BE5A607E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2A584-85F9-C978-6F28-86D5E70F5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66599-39C1-E805-034E-466F79B55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961B1-6F3A-4280-8B52-1783C7A748B7}" type="datetimeFigureOut">
              <a:rPr lang="it-IT" smtClean="0"/>
              <a:t>28/05/2024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22EB8-BD33-9FDC-3743-2860DFABE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A597F-2607-74A9-32C4-FF87B52B0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6B87B-86A7-471F-A471-435FC8D5A4D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930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6E73921-12A4-F5BC-9C53-69DE267EFE31}"/>
              </a:ext>
            </a:extLst>
          </p:cNvPr>
          <p:cNvGrpSpPr/>
          <p:nvPr/>
        </p:nvGrpSpPr>
        <p:grpSpPr>
          <a:xfrm>
            <a:off x="26194" y="0"/>
            <a:ext cx="12139611" cy="2209800"/>
            <a:chOff x="0" y="866775"/>
            <a:chExt cx="12139611" cy="22098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105C60B-4A72-DCD2-C663-65034BDF6B67}"/>
                </a:ext>
              </a:extLst>
            </p:cNvPr>
            <p:cNvSpPr/>
            <p:nvPr/>
          </p:nvSpPr>
          <p:spPr>
            <a:xfrm>
              <a:off x="0" y="866775"/>
              <a:ext cx="12139611" cy="220980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DATA</a:t>
              </a:r>
              <a:endParaRPr lang="it-IT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73B47BE-2FF9-DBC7-EF2E-AB900CBDE392}"/>
                </a:ext>
              </a:extLst>
            </p:cNvPr>
            <p:cNvGrpSpPr/>
            <p:nvPr/>
          </p:nvGrpSpPr>
          <p:grpSpPr>
            <a:xfrm>
              <a:off x="126208" y="914400"/>
              <a:ext cx="3867149" cy="1438275"/>
              <a:chOff x="1590675" y="895350"/>
              <a:chExt cx="3867149" cy="1438275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5F6E025-ABC9-78E7-CF72-384F83E2200D}"/>
                  </a:ext>
                </a:extLst>
              </p:cNvPr>
              <p:cNvSpPr/>
              <p:nvPr/>
            </p:nvSpPr>
            <p:spPr>
              <a:xfrm>
                <a:off x="1590675" y="895350"/>
                <a:ext cx="1962150" cy="1057275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EffectiveMass.py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CDE0EC81-25F7-2DB6-C393-FCE32EA7D686}"/>
                  </a:ext>
                </a:extLst>
              </p:cNvPr>
              <p:cNvSpPr/>
              <p:nvPr/>
            </p:nvSpPr>
            <p:spPr>
              <a:xfrm>
                <a:off x="1943100" y="1857375"/>
                <a:ext cx="3514724" cy="476250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class </a:t>
                </a:r>
                <a:r>
                  <a:rPr lang="en-US" dirty="0" err="1">
                    <a:solidFill>
                      <a:schemeClr val="tx1"/>
                    </a:solidFill>
                  </a:rPr>
                  <a:t>EffectiveMass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B320C22-BBB2-E26C-2FE7-7C503AB532DF}"/>
                </a:ext>
              </a:extLst>
            </p:cNvPr>
            <p:cNvGrpSpPr/>
            <p:nvPr/>
          </p:nvGrpSpPr>
          <p:grpSpPr>
            <a:xfrm>
              <a:off x="4136230" y="914400"/>
              <a:ext cx="3867150" cy="1581149"/>
              <a:chOff x="1590675" y="895350"/>
              <a:chExt cx="2447925" cy="1581149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CE9DA38-F6F5-0AB1-49F3-EC545E1DB59B}"/>
                  </a:ext>
                </a:extLst>
              </p:cNvPr>
              <p:cNvSpPr/>
              <p:nvPr/>
            </p:nvSpPr>
            <p:spPr>
              <a:xfrm>
                <a:off x="1590675" y="895350"/>
                <a:ext cx="1962150" cy="1057275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FissionFragmentSpectrum.py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6CCA472-703D-B134-36B6-35353AB979B7}"/>
                  </a:ext>
                </a:extLst>
              </p:cNvPr>
              <p:cNvSpPr/>
              <p:nvPr/>
            </p:nvSpPr>
            <p:spPr>
              <a:xfrm>
                <a:off x="1943100" y="1857374"/>
                <a:ext cx="2095500" cy="619125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class </a:t>
                </a:r>
                <a:r>
                  <a:rPr lang="en-US" dirty="0" err="1">
                    <a:solidFill>
                      <a:schemeClr val="tx1"/>
                    </a:solidFill>
                  </a:rPr>
                  <a:t>FissionFragmentSpectrum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class </a:t>
                </a:r>
                <a:r>
                  <a:rPr lang="en-US" dirty="0" err="1">
                    <a:solidFill>
                      <a:schemeClr val="tx1"/>
                    </a:solidFill>
                  </a:rPr>
                  <a:t>FissionFragmentSpectra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BCA4242-91EA-3C02-C64B-81C42A2AEDF3}"/>
                </a:ext>
              </a:extLst>
            </p:cNvPr>
            <p:cNvGrpSpPr/>
            <p:nvPr/>
          </p:nvGrpSpPr>
          <p:grpSpPr>
            <a:xfrm>
              <a:off x="8270081" y="914400"/>
              <a:ext cx="3867149" cy="1581149"/>
              <a:chOff x="1590675" y="895350"/>
              <a:chExt cx="3867149" cy="1581149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EF2AB548-82D7-2007-B994-EFF16E4CB191}"/>
                  </a:ext>
                </a:extLst>
              </p:cNvPr>
              <p:cNvSpPr/>
              <p:nvPr/>
            </p:nvSpPr>
            <p:spPr>
              <a:xfrm>
                <a:off x="1590675" y="895350"/>
                <a:ext cx="1962150" cy="1057275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ReactionRate.py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BEA1278-5225-294D-A0B4-97C8D9B5291A}"/>
                  </a:ext>
                </a:extLst>
              </p:cNvPr>
              <p:cNvSpPr/>
              <p:nvPr/>
            </p:nvSpPr>
            <p:spPr>
              <a:xfrm>
                <a:off x="1943099" y="1857375"/>
                <a:ext cx="3514725" cy="619124"/>
              </a:xfrm>
              <a:prstGeom prst="round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class </a:t>
                </a:r>
                <a:r>
                  <a:rPr lang="en-US" dirty="0" err="1">
                    <a:solidFill>
                      <a:schemeClr val="tx1"/>
                    </a:solidFill>
                  </a:rPr>
                  <a:t>ReactionRate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class </a:t>
                </a:r>
                <a:r>
                  <a:rPr lang="en-US" dirty="0" err="1">
                    <a:solidFill>
                      <a:schemeClr val="tx1"/>
                    </a:solidFill>
                  </a:rPr>
                  <a:t>ReactionRates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152B54-EFE5-913C-370F-0304B04D7D28}"/>
              </a:ext>
            </a:extLst>
          </p:cNvPr>
          <p:cNvGrpSpPr/>
          <p:nvPr/>
        </p:nvGrpSpPr>
        <p:grpSpPr>
          <a:xfrm>
            <a:off x="2045493" y="2518116"/>
            <a:ext cx="8096252" cy="4292259"/>
            <a:chOff x="1809748" y="2518116"/>
            <a:chExt cx="8096252" cy="429225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B385B14-A5EF-A5BC-4F00-560FC8972DBF}"/>
                </a:ext>
              </a:extLst>
            </p:cNvPr>
            <p:cNvGrpSpPr/>
            <p:nvPr/>
          </p:nvGrpSpPr>
          <p:grpSpPr>
            <a:xfrm>
              <a:off x="1809750" y="2518116"/>
              <a:ext cx="8096250" cy="2128855"/>
              <a:chOff x="1809750" y="2518116"/>
              <a:chExt cx="8096250" cy="2128855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8D30EEE0-7A0C-9632-6086-EDC9CBDF5C52}"/>
                  </a:ext>
                </a:extLst>
              </p:cNvPr>
              <p:cNvSpPr/>
              <p:nvPr/>
            </p:nvSpPr>
            <p:spPr>
              <a:xfrm>
                <a:off x="1809750" y="2518116"/>
                <a:ext cx="8096250" cy="212885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COMPUTABLES</a:t>
                </a:r>
                <a:endParaRPr lang="it-IT" dirty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4BC76264-BC34-64CF-6546-A97E3F309181}"/>
                  </a:ext>
                </a:extLst>
              </p:cNvPr>
              <p:cNvGrpSpPr/>
              <p:nvPr/>
            </p:nvGrpSpPr>
            <p:grpSpPr>
              <a:xfrm>
                <a:off x="2114552" y="2601473"/>
                <a:ext cx="7481294" cy="1528757"/>
                <a:chOff x="463342" y="2601473"/>
                <a:chExt cx="7481294" cy="1528757"/>
              </a:xfrm>
            </p:grpSpPr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9E8944CC-5EBC-3A95-DE98-3EAB3059CDCE}"/>
                    </a:ext>
                  </a:extLst>
                </p:cNvPr>
                <p:cNvSpPr/>
                <p:nvPr/>
              </p:nvSpPr>
              <p:spPr>
                <a:xfrm>
                  <a:off x="463342" y="2741965"/>
                  <a:ext cx="4151900" cy="1057275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Computables.py</a:t>
                  </a:r>
                  <a:endParaRPr lang="it-I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C9C02CC4-1050-11EA-4DA1-AE40D38BD586}"/>
                    </a:ext>
                  </a:extLst>
                </p:cNvPr>
                <p:cNvSpPr/>
                <p:nvPr/>
              </p:nvSpPr>
              <p:spPr>
                <a:xfrm>
                  <a:off x="3660985" y="2601473"/>
                  <a:ext cx="4283651" cy="481015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class </a:t>
                  </a:r>
                  <a:r>
                    <a:rPr lang="en-US" dirty="0" err="1">
                      <a:solidFill>
                        <a:schemeClr val="tx1"/>
                      </a:solidFill>
                    </a:rPr>
                    <a:t>NormalizedFissionFragmentSpectrum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: Rounded Corners 24">
                  <a:extLst>
                    <a:ext uri="{FF2B5EF4-FFF2-40B4-BE49-F238E27FC236}">
                      <a16:creationId xmlns:a16="http://schemas.microsoft.com/office/drawing/2014/main" id="{EC5F8CF6-5C37-6C16-36C1-372418330D55}"/>
                    </a:ext>
                  </a:extLst>
                </p:cNvPr>
                <p:cNvSpPr/>
                <p:nvPr/>
              </p:nvSpPr>
              <p:spPr>
                <a:xfrm>
                  <a:off x="3660985" y="3130108"/>
                  <a:ext cx="4283651" cy="481015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class </a:t>
                  </a:r>
                  <a:r>
                    <a:rPr lang="en-US" dirty="0" err="1">
                      <a:solidFill>
                        <a:schemeClr val="tx1"/>
                      </a:solidFill>
                    </a:rPr>
                    <a:t>SpectralIndex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026B8046-A419-9E9C-EB97-56A214A7DEC3}"/>
                    </a:ext>
                  </a:extLst>
                </p:cNvPr>
                <p:cNvSpPr/>
                <p:nvPr/>
              </p:nvSpPr>
              <p:spPr>
                <a:xfrm>
                  <a:off x="3660983" y="3649215"/>
                  <a:ext cx="4283651" cy="481015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class Traverse</a:t>
                  </a: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FE18387-8DD2-B4F9-BD04-2F8030374E22}"/>
                </a:ext>
              </a:extLst>
            </p:cNvPr>
            <p:cNvGrpSpPr/>
            <p:nvPr/>
          </p:nvGrpSpPr>
          <p:grpSpPr>
            <a:xfrm>
              <a:off x="1809748" y="5029200"/>
              <a:ext cx="8096252" cy="1781175"/>
              <a:chOff x="1809748" y="5029200"/>
              <a:chExt cx="8096252" cy="1781175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29A5A75-D924-D62B-A4E7-C82299A249E6}"/>
                  </a:ext>
                </a:extLst>
              </p:cNvPr>
              <p:cNvSpPr/>
              <p:nvPr/>
            </p:nvSpPr>
            <p:spPr>
              <a:xfrm>
                <a:off x="1809748" y="5029200"/>
                <a:ext cx="8096252" cy="178117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CALCULATED</a:t>
                </a:r>
                <a:endParaRPr lang="it-IT" dirty="0">
                  <a:solidFill>
                    <a:sysClr val="windowText" lastClr="000000"/>
                  </a:solidFill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5E62F021-F857-874E-C2A2-25BDD813DE75}"/>
                  </a:ext>
                </a:extLst>
              </p:cNvPr>
              <p:cNvGrpSpPr/>
              <p:nvPr/>
            </p:nvGrpSpPr>
            <p:grpSpPr>
              <a:xfrm>
                <a:off x="2114552" y="5253048"/>
                <a:ext cx="7391397" cy="1057275"/>
                <a:chOff x="956232" y="895350"/>
                <a:chExt cx="4678791" cy="1057275"/>
              </a:xfrm>
              <a:solidFill>
                <a:schemeClr val="accent4">
                  <a:lumMod val="60000"/>
                  <a:lumOff val="40000"/>
                </a:schemeClr>
              </a:solidFill>
            </p:grpSpPr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A16089D9-09FF-0FA3-3FA9-468FCEF0D8E3}"/>
                    </a:ext>
                  </a:extLst>
                </p:cNvPr>
                <p:cNvSpPr/>
                <p:nvPr/>
              </p:nvSpPr>
              <p:spPr>
                <a:xfrm>
                  <a:off x="956232" y="895350"/>
                  <a:ext cx="2596593" cy="1057275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Calculated.py</a:t>
                  </a:r>
                  <a:endParaRPr lang="it-IT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DE381BCD-4249-9A40-F4FA-B2E3DF6325CC}"/>
                    </a:ext>
                  </a:extLst>
                </p:cNvPr>
                <p:cNvSpPr/>
                <p:nvPr/>
              </p:nvSpPr>
              <p:spPr>
                <a:xfrm>
                  <a:off x="2956033" y="921543"/>
                  <a:ext cx="2678990" cy="481015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class </a:t>
                  </a:r>
                  <a:r>
                    <a:rPr lang="en-US" dirty="0" err="1">
                      <a:solidFill>
                        <a:schemeClr val="tx1"/>
                      </a:solidFill>
                    </a:rPr>
                    <a:t>CalculatedSpectralIndex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9989C737-D6F6-BD20-FB5F-2D6E22896269}"/>
                    </a:ext>
                  </a:extLst>
                </p:cNvPr>
                <p:cNvSpPr/>
                <p:nvPr/>
              </p:nvSpPr>
              <p:spPr>
                <a:xfrm>
                  <a:off x="2956033" y="1450178"/>
                  <a:ext cx="2678990" cy="481015"/>
                </a:xfrm>
                <a:prstGeom prst="round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class </a:t>
                  </a:r>
                  <a:r>
                    <a:rPr lang="en-US" dirty="0" err="1">
                      <a:solidFill>
                        <a:schemeClr val="tx1"/>
                      </a:solidFill>
                    </a:rPr>
                    <a:t>CalculatedTraverse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121E6BB-14D9-9285-245D-932247201E7C}"/>
              </a:ext>
            </a:extLst>
          </p:cNvPr>
          <p:cNvGrpSpPr/>
          <p:nvPr/>
        </p:nvGrpSpPr>
        <p:grpSpPr>
          <a:xfrm>
            <a:off x="10210804" y="3733780"/>
            <a:ext cx="1905000" cy="1931199"/>
            <a:chOff x="10210802" y="2402676"/>
            <a:chExt cx="1905000" cy="193119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6A3ED3D-9C14-B603-38C5-A290BA5CDBDE}"/>
                </a:ext>
              </a:extLst>
            </p:cNvPr>
            <p:cNvSpPr/>
            <p:nvPr/>
          </p:nvSpPr>
          <p:spPr>
            <a:xfrm>
              <a:off x="10210802" y="2402676"/>
              <a:ext cx="1905000" cy="1931199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C/E</a:t>
              </a:r>
              <a:endParaRPr lang="it-IT" dirty="0">
                <a:solidFill>
                  <a:schemeClr val="tx1"/>
                </a:solidFill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4C7246C-4436-374B-0B6B-291B99B6C5DC}"/>
                </a:ext>
              </a:extLst>
            </p:cNvPr>
            <p:cNvGrpSpPr/>
            <p:nvPr/>
          </p:nvGrpSpPr>
          <p:grpSpPr>
            <a:xfrm>
              <a:off x="10258426" y="2543168"/>
              <a:ext cx="1800225" cy="1250151"/>
              <a:chOff x="463343" y="2543168"/>
              <a:chExt cx="1800225" cy="1250151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A0FD35B8-BBA9-D6BC-BD09-B1C0DE07CDCD}"/>
                  </a:ext>
                </a:extLst>
              </p:cNvPr>
              <p:cNvSpPr/>
              <p:nvPr/>
            </p:nvSpPr>
            <p:spPr>
              <a:xfrm>
                <a:off x="463343" y="2543168"/>
                <a:ext cx="1233912" cy="105727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CoverE.py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537CEEF9-2C75-2CB3-F27A-C2884F260D18}"/>
                  </a:ext>
                </a:extLst>
              </p:cNvPr>
              <p:cNvSpPr/>
              <p:nvPr/>
            </p:nvSpPr>
            <p:spPr>
              <a:xfrm>
                <a:off x="891967" y="3312304"/>
                <a:ext cx="1371601" cy="48101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class </a:t>
                </a:r>
                <a:r>
                  <a:rPr lang="en-US" dirty="0" err="1">
                    <a:solidFill>
                      <a:schemeClr val="tx1"/>
                    </a:solidFill>
                  </a:rPr>
                  <a:t>CoverE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3B9119-06E2-FFC1-6792-E54465BDF504}"/>
              </a:ext>
            </a:extLst>
          </p:cNvPr>
          <p:cNvGrpSpPr/>
          <p:nvPr/>
        </p:nvGrpSpPr>
        <p:grpSpPr>
          <a:xfrm>
            <a:off x="26194" y="3733780"/>
            <a:ext cx="1905000" cy="1931199"/>
            <a:chOff x="10210802" y="2402676"/>
            <a:chExt cx="1905000" cy="1931199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938647E4-4642-50C4-F6EB-162A070E8B2C}"/>
                </a:ext>
              </a:extLst>
            </p:cNvPr>
            <p:cNvSpPr/>
            <p:nvPr/>
          </p:nvSpPr>
          <p:spPr>
            <a:xfrm>
              <a:off x="10210802" y="2402676"/>
              <a:ext cx="1905000" cy="1931199"/>
            </a:xfrm>
            <a:prstGeom prst="roundRect">
              <a:avLst/>
            </a:prstGeom>
            <a:solidFill>
              <a:srgbClr val="DAE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UTILS</a:t>
              </a:r>
              <a:endParaRPr lang="it-IT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8EC8FD7-3583-0990-C279-055C9FB87487}"/>
                </a:ext>
              </a:extLst>
            </p:cNvPr>
            <p:cNvSpPr/>
            <p:nvPr/>
          </p:nvSpPr>
          <p:spPr>
            <a:xfrm>
              <a:off x="10258426" y="2543168"/>
              <a:ext cx="1233912" cy="105727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utils.py</a:t>
              </a:r>
              <a:endParaRPr lang="it-IT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502D00-16BC-917D-6311-49E883203FA2}"/>
              </a:ext>
            </a:extLst>
          </p:cNvPr>
          <p:cNvCxnSpPr>
            <a:stCxn id="45" idx="0"/>
          </p:cNvCxnSpPr>
          <p:nvPr/>
        </p:nvCxnSpPr>
        <p:spPr>
          <a:xfrm flipV="1">
            <a:off x="978694" y="2209800"/>
            <a:ext cx="0" cy="15239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11EC5D6-1C29-21C7-1EA9-078B92669BEB}"/>
              </a:ext>
            </a:extLst>
          </p:cNvPr>
          <p:cNvCxnSpPr>
            <a:cxnSpLocks/>
            <a:stCxn id="45" idx="0"/>
            <a:endCxn id="20" idx="1"/>
          </p:cNvCxnSpPr>
          <p:nvPr/>
        </p:nvCxnSpPr>
        <p:spPr>
          <a:xfrm flipV="1">
            <a:off x="978694" y="3582544"/>
            <a:ext cx="1066801" cy="1512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B519111-5353-DC26-8D92-6D7A6F18B7E6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>
            <a:off x="1931194" y="4699380"/>
            <a:ext cx="827961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E4DE967-1675-D634-1202-FC868B6D81C0}"/>
              </a:ext>
            </a:extLst>
          </p:cNvPr>
          <p:cNvCxnSpPr>
            <a:cxnSpLocks/>
            <a:stCxn id="45" idx="2"/>
            <a:endCxn id="27" idx="1"/>
          </p:cNvCxnSpPr>
          <p:nvPr/>
        </p:nvCxnSpPr>
        <p:spPr>
          <a:xfrm>
            <a:off x="978694" y="5664979"/>
            <a:ext cx="1066799" cy="2548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A87D34E-F2CB-9A94-63F7-DF031078814C}"/>
              </a:ext>
            </a:extLst>
          </p:cNvPr>
          <p:cNvCxnSpPr>
            <a:cxnSpLocks/>
            <a:stCxn id="20" idx="3"/>
            <a:endCxn id="35" idx="0"/>
          </p:cNvCxnSpPr>
          <p:nvPr/>
        </p:nvCxnSpPr>
        <p:spPr>
          <a:xfrm>
            <a:off x="10141745" y="3582544"/>
            <a:ext cx="1021559" cy="1512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829E0B0-F240-CD07-4AD8-964F4800DE79}"/>
              </a:ext>
            </a:extLst>
          </p:cNvPr>
          <p:cNvCxnSpPr>
            <a:cxnSpLocks/>
            <a:stCxn id="27" idx="3"/>
            <a:endCxn id="35" idx="2"/>
          </p:cNvCxnSpPr>
          <p:nvPr/>
        </p:nvCxnSpPr>
        <p:spPr>
          <a:xfrm flipV="1">
            <a:off x="10141745" y="5664979"/>
            <a:ext cx="1021559" cy="2548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22A612-949F-3B73-5501-F45D5D9359B3}"/>
              </a:ext>
            </a:extLst>
          </p:cNvPr>
          <p:cNvCxnSpPr>
            <a:cxnSpLocks/>
            <a:stCxn id="4" idx="2"/>
            <a:endCxn id="20" idx="0"/>
          </p:cNvCxnSpPr>
          <p:nvPr/>
        </p:nvCxnSpPr>
        <p:spPr>
          <a:xfrm flipH="1">
            <a:off x="6093620" y="2209800"/>
            <a:ext cx="2380" cy="3083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178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50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SCK CEN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Grimaldi Federico</dc:creator>
  <cp:lastModifiedBy>Grimaldi Federico</cp:lastModifiedBy>
  <cp:revision>1</cp:revision>
  <dcterms:created xsi:type="dcterms:W3CDTF">2024-05-28T05:45:59Z</dcterms:created>
  <dcterms:modified xsi:type="dcterms:W3CDTF">2024-05-28T09:12:56Z</dcterms:modified>
</cp:coreProperties>
</file>